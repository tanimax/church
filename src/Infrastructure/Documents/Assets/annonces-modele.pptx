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/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5E0987C4-3D6C-4C24-B55C-53CE14EDA9CA}">
          <p14:sldIdLst>
            <p14:sldId id="256"/>
          </p14:sldIdLst>
        </p14:section>
        <p14:section name="Section sans titre" id="{01646C29-F6AF-426C-8071-0F397B7C91D2}">
          <p14:sldIdLst/>
        </p14:section>
        <p14:section name="Section sans titre" id="{889F58AB-0459-44D0-B04B-1F5465549C24}">
          <p14:sldIdLst>
            <p14:sldId id="417"/>
            <p14:sldId id="599"/>
          </p14:sldIdLst>
        </p14:section>
        <p14:section name="Section sans titre" id="{FC41E70B-980D-4E05-B65D-569D4E722982}">
          <p14:sldIdLst>
            <p14:sldId id="614"/>
            <p14:sldId id="610"/>
            <p14:sldId id="618"/>
            <p14:sldId id="611"/>
            <p14:sldId id="616"/>
            <p14:sldId id="617"/>
          </p14:sldIdLst>
        </p14:section>
        <p14:section name="Section sans titre" id="{16D8F048-CAF7-4F31-B2C1-17446DEAC2E4}">
          <p14:sldIdLst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81C1CF-8DDC-440D-8550-DBFD1608BD9C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0D3A03-F5A4-4F54-A9F9-61C26C3F4CA3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BF13D-9E69-491A-BCDC-595FFC45F6A7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29D97-BB31-4E0E-BD2A-B19988271D44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BF13D-9E69-491A-BCDC-595FFC45F6A7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29D97-BB31-4E0E-BD2A-B19988271D44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BF13D-9E69-491A-BCDC-595FFC45F6A7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29D97-BB31-4E0E-BD2A-B19988271D44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BF13D-9E69-491A-BCDC-595FFC45F6A7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29D97-BB31-4E0E-BD2A-B19988271D44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BF13D-9E69-491A-BCDC-595FFC45F6A7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29D97-BB31-4E0E-BD2A-B19988271D44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BF13D-9E69-491A-BCDC-595FFC45F6A7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29D97-BB31-4E0E-BD2A-B19988271D44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BF13D-9E69-491A-BCDC-595FFC45F6A7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29D97-BB31-4E0E-BD2A-B19988271D44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BF13D-9E69-491A-BCDC-595FFC45F6A7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29D97-BB31-4E0E-BD2A-B19988271D44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BF13D-9E69-491A-BCDC-595FFC45F6A7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29D97-BB31-4E0E-BD2A-B19988271D44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BF13D-9E69-491A-BCDC-595FFC45F6A7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29D97-BB31-4E0E-BD2A-B19988271D44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BF13D-9E69-491A-BCDC-595FFC45F6A7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29D97-BB31-4E0E-BD2A-B19988271D44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BF13D-9E69-491A-BCDC-595FFC45F6A7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29D97-BB31-4E0E-BD2A-B19988271D44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PresentationFormat>Affichage à l'écran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Annonces de la semaine</dc:title>
  <dc:creator/>
  <cp:lastModifiedBy/>
  <cp:revision>2324</cp:revision>
  <dcterms:created xsi:type="dcterms:W3CDTF">2017-05-13T01:01:25Z</dcterms:created>
  <dcterms:modified xsi:type="dcterms:W3CDTF">2026-10-29T22:16:02Z</dcterms:modified>
  <dc:description/>
  <cp:keywords/>
  <dc:subject/>
</cp:coreProperties>
</file>